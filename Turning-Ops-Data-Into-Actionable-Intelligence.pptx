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8535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Ops Agent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40941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Turning Ops Data Into Actionable Intelligence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38770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Analytics Chatbot · Role-Aware · Self-Learning · Visual · Air-Gapped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4000798"/>
            <a:ext cx="4722763" cy="457349"/>
          </a:xfrm>
          <a:prstGeom prst="roundRect">
            <a:avLst>
              <a:gd name="adj" fmla="val 10415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936" y="4048051"/>
            <a:ext cx="4543127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DASHBOARD ENGINEERING TEAM · JUNE 2026 · INTERNAL ARCHITECTURE PROPOSAL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402506"/>
            <a:ext cx="7489254" cy="678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Having Data Is Not Enough. Making Sense of It Is the Advantage.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620217"/>
            <a:ext cx="4775299" cy="2705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2163" y="1288554"/>
            <a:ext cx="186556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Have Today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872163" y="1541115"/>
            <a:ext cx="2449116" cy="1006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rows and columns — no plain-English answers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data dump for every role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memory across sessions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self-service discovery for new team members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72163" y="2630984"/>
            <a:ext cx="201922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Actually Need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2163" y="2883545"/>
            <a:ext cx="2449116" cy="853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in plain English, role-filtered per team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what was already answered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dashboards, and visual context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questions that just work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872163" y="3830538"/>
            <a:ext cx="2449116" cy="816918"/>
          </a:xfrm>
          <a:prstGeom prst="roundRect">
            <a:avLst>
              <a:gd name="adj" fmla="val 5580"/>
            </a:avLst>
          </a:prstGeom>
          <a:solidFill>
            <a:srgbClr val="C7C9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658" y="3985468"/>
            <a:ext cx="135657" cy="108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24811" y="3932411"/>
            <a:ext cx="1987972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today's world,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having data is not a competitive advantage.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Making sense of data is. Ops Agent closes that gap.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560"/>
            <a:ext cx="8404622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Intelligent Layer. Eight Capabilities. Zero Rework.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20589"/>
            <a:ext cx="243632" cy="243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9504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Role-Aware Queries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1648197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question, different answer per role. Net sees EOL + CVE; Dev sees deploy + build.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410" y="1020589"/>
            <a:ext cx="243632" cy="243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7410" y="1395040"/>
            <a:ext cx="15292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Self-Learning Cache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637410" y="1648197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user pays the cost. Every user after: instant. Best version auto-served.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219920"/>
            <a:ext cx="243632" cy="2436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594372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Visuals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96119" y="2847529"/>
            <a:ext cx="40104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"Make it a pie chart" works in plain English. No re-query needed.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410" y="2219920"/>
            <a:ext cx="243632" cy="2436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7410" y="2594372"/>
            <a:ext cx="171598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Self-Service Discovery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37410" y="2847529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data do we have?" Instant answers. No ticket. No colleague interruption.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419252"/>
            <a:ext cx="243632" cy="2436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793703"/>
            <a:ext cx="156009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Device + Site Lookup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96119" y="4046860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 number → all tables auto-joined. EOL + CVE + TAC cases in one query.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7410" y="3419252"/>
            <a:ext cx="243632" cy="2436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7410" y="379370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Memory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4637410" y="4046860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once, save globally or personal. Auto-redirect to full dashboard page.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496119" y="4526979"/>
            <a:ext cx="8608963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Sits on top of existing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ops_db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12+ services · No rework · Air-gapped via Circuit Proxy · No external dependencies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26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System Pays the Full Cost Once. Every Interaction After Is Instant.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08758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3175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1 — First Query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624063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cache match. NL2SQL runs. MySQL queried. Result stored as v1. User refines → stored.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608758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317552"/>
            <a:ext cx="1994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2 — Similar Query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2624063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match (score ≥ 0.88). Served instantly. Zero DB call. Zero LLM call.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608758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317552"/>
            <a:ext cx="20376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3+ — Best Version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2624063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Gets best promoted version automatically. Zero DB call. Zero LLM call.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765203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980259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92817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≥ 0.88 — HARD HIT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instantly · Zero MySQL · Zero LLM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749701" y="3765203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460" y="3980259"/>
            <a:ext cx="177180" cy="1417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0398" y="392817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&lt; 0.70 — MISS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NL2SQL runs · Result stored · Never repeated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0205"/>
            <a:ext cx="4722763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Our Teams Will Actually Use This For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72183"/>
            <a:ext cx="4722763" cy="7904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6435" y="1563588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039862" y="139719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Discovery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39862" y="1622078"/>
            <a:ext cx="405400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"Are we ingesting TAC case data?" → Returns all ingestion sources, tables, and frequency. New engineer gets full data landscape in seconds.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49078"/>
            <a:ext cx="4722763" cy="7904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6435" y="2440484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039862" y="2274094"/>
            <a:ext cx="219171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Discovery + Feedback Loop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039862" y="2498973"/>
            <a:ext cx="405400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I do automated firmware rollback?" → Not found → logged to feedback queue. Dev team gets ranked backlog of most-requested missing tools.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25973"/>
            <a:ext cx="4722763" cy="7904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6435" y="3317379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039862" y="315098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Device Deep-Dive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039862" y="3375868"/>
            <a:ext cx="405400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"Everything about device SN-ABC12345" → Correlates EOL + firmware + CVE + TAC cases + oblation across 4 tables. One query.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02869"/>
            <a:ext cx="4722763" cy="7904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6435" y="4194274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039862" y="4027884"/>
            <a:ext cx="153635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on Demand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1039862" y="4252764"/>
            <a:ext cx="405400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"TAC cases dashboard, last 7 days" → Checks saved dashboards, proposes layout if new, auto-redirects to live dashboard page.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431750"/>
            <a:ext cx="498871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Are Building — And How We Get There</a:t>
            </a:r>
            <a:endParaRPr lang="en-US" sz="1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261" y="785217"/>
            <a:ext cx="2580159" cy="25801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1343" y="1803871"/>
            <a:ext cx="201215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Ops Agent — 5 Stores · 14 Layers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671343" y="1967285"/>
            <a:ext cx="2580159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intelligent paths: </a:t>
            </a:r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(hybrid search → NL2SQL → versioned cache), </a:t>
            </a:r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(vector store → tool registry → feedback queue), and </a:t>
            </a:r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(template selector → LTM → dashboard page). All on existing infrastructure.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1897261" y="3476551"/>
            <a:ext cx="14262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8-Phase Build Plan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897261" y="3661172"/>
            <a:ext cx="5349478" cy="648593"/>
          </a:xfrm>
          <a:prstGeom prst="roundRect">
            <a:avLst>
              <a:gd name="adj" fmla="val 502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80233" y="3696072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1–2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759771" y="3696072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NL2SQL + Pairs DB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539308" y="3696072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1–4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980233" y="3857030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3–4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759771" y="3857030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Search + Self-Learning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539308" y="3857030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5–8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980233" y="4017987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5–6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759771" y="4017987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Agent + Knowledge VS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539308" y="4017987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9–12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980233" y="4178945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7–8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759771" y="4178945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+ Full Production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539308" y="4178945"/>
            <a:ext cx="208180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13–16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1897261" y="4357390"/>
            <a:ext cx="5349478" cy="306735"/>
          </a:xfrm>
          <a:prstGeom prst="roundRect">
            <a:avLst>
              <a:gd name="adj" fmla="val 10616"/>
            </a:avLst>
          </a:prstGeom>
          <a:solidFill>
            <a:srgbClr val="B6FCB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726" y="4454203"/>
            <a:ext cx="96887" cy="7746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149078" y="4414838"/>
            <a:ext cx="5020196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today: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Green light for Phase 1 — NL2SQL pipeline + Schema Vector Store. No new infrastructure required. Builds on existing MySQL 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ops_data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2026-06-11T22:42:09Z</dcterms:created>
  <dcterms:modified xsi:type="dcterms:W3CDTF">2026-06-11T22:42:09Z</dcterms:modified>
</cp:coreProperties>
</file>